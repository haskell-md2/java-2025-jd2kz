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de4e675f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7de4e675f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7de4e675f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7de4e675f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7de4e675f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7de4e675f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7de4e675f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7de4e675f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de4e675f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7de4e675f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de4e675f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7de4e675f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7de4e675f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7de4e675f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de4e675f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7de4e675f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4054b8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84054b8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4054b8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84054b8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7de4e675f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7de4e675f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84054b8b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84054b8b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7de4e675f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7de4e675f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84054b8b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84054b8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habr.com/ru/articles/474982/" TargetMode="External"/><Relationship Id="rId4" Type="http://schemas.openxmlformats.org/officeDocument/2006/relationships/hyperlink" Target="https://openjfx.io/" TargetMode="External"/><Relationship Id="rId5" Type="http://schemas.openxmlformats.org/officeDocument/2006/relationships/hyperlink" Target="https://openjfx.io/javadoc/17/javafx.graphics/javafx/scene/doc-files/cssref.html" TargetMode="External"/><Relationship Id="rId6" Type="http://schemas.openxmlformats.org/officeDocument/2006/relationships/hyperlink" Target="https://habr.com/ru/articles/477924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JavaFX</a:t>
            </a:r>
            <a:endParaRPr sz="6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37218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Авторы: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Матвейчик Екатерина Андреевна, 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Корся Ева Дмитриевна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 sz="1300"/>
            </a:br>
            <a:r>
              <a:rPr lang="ru" sz="1300"/>
              <a:t>Группа: 5030102/30401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Что такое JavaFX?</a:t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642925" y="21745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/>
              <a:t>JavaFX </a:t>
            </a:r>
            <a:r>
              <a:rPr lang="ru"/>
              <a:t>- это программная платформа, которая позволяет создавать современные клиентские приложения с насыщенным графическим интерфейсом (GUI) для настольных, мобильных, веб- и встраиваемых систем. Она обеспечивает кроссплатформенность, так как приложения, написанные с помощью JavaFX, работают на любых операционных системах, где установлена среда выполнения Java (JRE)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6131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Структура приложения на JavaFX</a:t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Приложение состоит из </a:t>
            </a:r>
            <a:r>
              <a:rPr lang="ru"/>
              <a:t>трех</a:t>
            </a:r>
            <a:r>
              <a:rPr lang="ru"/>
              <a:t> уровней: Stage — окно, Scene — содержимое окна, Node — элементы интерфейса.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2105508"/>
            <a:ext cx="7688701" cy="2814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635000" y="5814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Пример приложения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6" title="2025-11-22_09-20-03.png"/>
          <p:cNvPicPr preferRelativeResize="0"/>
          <p:nvPr/>
        </p:nvPicPr>
        <p:blipFill rotWithShape="1">
          <a:blip r:embed="rId3">
            <a:alphaModFix/>
          </a:blip>
          <a:srcRect b="0" l="1732" r="2011" t="0"/>
          <a:stretch/>
        </p:blipFill>
        <p:spPr>
          <a:xfrm>
            <a:off x="5507200" y="1294025"/>
            <a:ext cx="347477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title="2025-11-22_13-43-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00" y="1294025"/>
            <a:ext cx="4822324" cy="377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542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FXML</a:t>
            </a:r>
            <a:endParaRPr sz="3000"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7650" y="13236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Иерархическая структура XML — это отличный способ описать иерархию компонентов в пользовательском интерфейсе.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Формат XML, специфичный для JavaFX, называется FXML. В нем вы можете определить все компоненты приложения и их свойства, а также связать их с контроллером, который отвечает за управление взаимодействиями.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7" title="2025-11-22_13-46-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073" y="2830848"/>
            <a:ext cx="4034825" cy="22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670650" y="613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Пример</a:t>
            </a:r>
            <a:r>
              <a:rPr lang="ru"/>
              <a:t> </a:t>
            </a: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приложения с использованием FXML</a:t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8" title="2025-11-22_13-48-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25" y="1623500"/>
            <a:ext cx="84677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14550" y="575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Scene</a:t>
            </a:r>
            <a:r>
              <a:rPr lang="ru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Builder</a:t>
            </a:r>
            <a:endParaRPr sz="3000"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529900" y="12690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Scene Builder - </a:t>
            </a:r>
            <a:r>
              <a:rPr lang="ru"/>
              <a:t>это графический редактор для вашего графического интерфейса.</a:t>
            </a:r>
            <a:endParaRPr/>
          </a:p>
        </p:txBody>
      </p:sp>
      <p:pic>
        <p:nvPicPr>
          <p:cNvPr id="127" name="Google Shape;127;p19" title="2025-11-22_12-50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1821966"/>
            <a:ext cx="7688701" cy="3128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7650" y="589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Контроллер</a:t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что можно сделать, чтобы получить четкое разделение между интерфейсом и логикой? Можно связать контроллер с нашим файлом FXML. Контроллер — это Java класс, который отвечает в приложении за обработку поведения и взаимодействия с пользователем. </a:t>
            </a:r>
            <a:endParaRPr/>
          </a:p>
        </p:txBody>
      </p:sp>
      <p:pic>
        <p:nvPicPr>
          <p:cNvPr id="134" name="Google Shape;134;p20" title="2025-11-22_13-41-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101" y="2341175"/>
            <a:ext cx="4253525" cy="280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7650" y="542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Пример приложения с контроллером</a:t>
            </a:r>
            <a:endParaRPr/>
          </a:p>
        </p:txBody>
      </p:sp>
      <p:pic>
        <p:nvPicPr>
          <p:cNvPr id="140" name="Google Shape;140;p21" title="2025-11-22_13-39-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1419400"/>
            <a:ext cx="6999551" cy="34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683950" y="602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CSS</a:t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683950" y="14010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CSS (Cascading Style Sheets — Каскадные таблицы стилей), используемыми для стилизации HTML-страниц в Интернете. Похожий подход реализован в JavaFX, несмотря на то, что JavaFX использует набор своих собственных пользовательских свойств.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 title="2025-11-22_10-42-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950" y="2455901"/>
            <a:ext cx="5648625" cy="22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27650" y="554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Пример приложения с использованием CSS</a:t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3" name="Google Shape;153;p23" title="2025-11-22_10-43-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475" y="2211450"/>
            <a:ext cx="3423939" cy="27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 title="2025-11-22_13-00-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988" y="1471675"/>
            <a:ext cx="86772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727650" y="577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Как выглядит структура проекта</a:t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590325" y="1690975"/>
            <a:ext cx="51036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700"/>
              <a:buFont typeface="Roboto Mono"/>
              <a:buChar char="-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Main.java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700"/>
              <a:buFont typeface="Roboto Mono"/>
              <a:buChar char="-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HelloController.java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700"/>
              <a:buFont typeface="Roboto Mono"/>
              <a:buChar char="-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hello-view.fxml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700"/>
              <a:buFont typeface="Roboto Mono"/>
              <a:buChar char="-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style.css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77625" y="1695175"/>
            <a:ext cx="8105100" cy="26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JavaFX — это мощная и современная платформа для создания кроссплатформенных приложений с богатым графическим интерфейсом. Её ключевые преимущества: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Чёткая архитектура на основе Stage, Scene и Node.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Разделение логики и интерфейса с помощью FXML и контроллеров.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Визуальное проектирование в Scene Builder.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Гибкое оформление через CSS-стили.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FXML, контроллеров и CSS позволяет создавать хорошо структурированные, поддерживаемые и легко изменяемые приложения, где интерфейс, логика и оформление являются независимыми компонентами.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Список источников</a:t>
            </a:r>
            <a:endParaRPr sz="3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Учебник по JavaFX: FXML и SceneBuilder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JavaFX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JavaFX CSS Reference Guide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6"/>
              </a:rPr>
              <a:t>Учебник по JavaFX: CSS-стилизация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Спасибо за внимание!</a:t>
            </a:r>
            <a:endParaRPr sz="4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